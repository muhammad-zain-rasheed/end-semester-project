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021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SEMESTER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File Integrity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Monitor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0040" y="2697480"/>
            <a:ext cx="320040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8346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Hashing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8346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+ JDBC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255264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255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Swing GUI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3255264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Tampering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Zeeshan  |  B.Sc. Cybersecurity  |  UET Lahore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  |  Zeeshan  |  B.Sc. Cybersecurity  |  UET Lahore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749808"/>
            <a:ext cx="7936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can be secretly modified, deleted, or replaced by malware or hackers — without any alert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25296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225296"/>
            <a:ext cx="7936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built-in system to detect unauthorized file changes in real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700784"/>
            <a:ext cx="7936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exists to show what changed, when it changed, and which file was affected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176272"/>
            <a:ext cx="7936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cannot detect insider attacks or malware injection on their file 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00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4495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  Build a Java GUI tool that monitors files using SHA-256 hashing and MySQL — detecting any unauthorized change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  |  Zeeshan  |  B.Sc. Cybersecurity  |  UET Lahore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685800"/>
            <a:ext cx="4114800" cy="1920240"/>
          </a:xfrm>
          <a:prstGeom prst="roundRect">
            <a:avLst>
              <a:gd name="adj" fmla="val 3333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— Baseline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folder to monitor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99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Scan all files inside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SHA-256 hash for each 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Save hash + file info to MySQL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6EBD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212080" y="685800"/>
            <a:ext cx="3657600" cy="1920240"/>
          </a:xfrm>
          <a:prstGeom prst="roundRect">
            <a:avLst>
              <a:gd name="adj" fmla="val 3333"/>
            </a:avLst>
          </a:prstGeom>
          <a:solidFill>
            <a:srgbClr val="0D1F3C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749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— Integrity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1521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Re-scan same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499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new hash for each 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847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Compare new hash vs old hash (MySQL)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 if MODIFIED / DELETED / NEW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 changed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42032" y="274320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42032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 longer exists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18304" y="274320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FILE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file appeared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94576" y="274320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matches — no change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  |  Zeeshan  |  B.Sc. Cybersecurity  |  UET Lahore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— Java Classes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68580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1064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app, tests DB connection, opens MainDashboard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0A6E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DatabaseConnection.java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1064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connection to MySQL fim_database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HashGenerator.java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3865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 bytes → returns 64-char SHA-256 string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0A6E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DatabaseManager.java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23865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file records into file_records 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337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ChangeDetector.java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" y="36667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hashes → logs MODIFIED / DELETED / NEW to change_log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24612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3337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AlertPanel.java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37176" y="36667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window — shows all alerts from change_log 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1F3C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MainDashboard.java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517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GUI window — 4 buttons: Select Folder  |  Run Baseline Scan  |  Run Integrity Check  |  View Alert History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  |  Zeeshan  |  B.Sc. Cybersecurity  |  UET Lahore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MySQL (fim_database)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1 — file_records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8036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INCREMENT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411480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81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file_name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1481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8036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65376"/>
            <a:ext cx="411480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65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80360" y="1865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49424"/>
            <a:ext cx="411480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49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83080" y="2249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CHAR(64)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0360" y="22494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fingerprint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33472"/>
            <a:ext cx="411480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633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file_size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8308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80360" y="2633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17520"/>
            <a:ext cx="411480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last_scanned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8036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timestamp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401568"/>
            <a:ext cx="411480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01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8308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80360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MODIFIED / DELETED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685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2 — change_log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3504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0" y="1097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INCREMENT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481328"/>
            <a:ext cx="40690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481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35040" y="1481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VARCHAR(500)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0" y="1481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file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1865376"/>
            <a:ext cx="406908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18653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old_hash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35040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CHAR(64)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32320" y="18653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before change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249424"/>
            <a:ext cx="40690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249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new_hash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35040" y="2249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CHAR(64)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2320" y="2249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after change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633472"/>
            <a:ext cx="4069080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3504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132320" y="26334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MODIFIED/DELETED/NEW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40690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3A5A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changed_at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03504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13232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timestamp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  |  Zeeshan  |  B.Sc. Cybersecurity  |  UET Lahore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 &amp;  Key Features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73152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JDK 8+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Java Swing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544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fim_database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JDBC Connector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to MySQL bridge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SHA-256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MessageDigest — file fingerprinting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3774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0D1F3C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IntelliJ IDEA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8412480" cy="36576"/>
          </a:xfrm>
          <a:prstGeom prst="rect">
            <a:avLst/>
          </a:prstGeom>
          <a:solidFill>
            <a:srgbClr val="0A6EBD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Folder selection via GUI file chooser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0" y="3794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SHA-256 baseline saved to MySQL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35040" y="3794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Detects MODIFIED, DELETED, NEW files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233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alert history in AlertPanel window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4233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Real-time log area shows scan results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35040" y="4233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Buttons disabled until folder is selected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020D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Zeeshan  |  B.Sc. Cybersecurity  |  UET Lahore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3A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File Integrity Monitor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00400" y="1261872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4475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D1F3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447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44475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file tampering using SHA-256 cryptographic hashing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baseline and alerts permanently in MySQL 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D1F3C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443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9443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 built with Java Swing — no command line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D1F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941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369417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MODIFIED, DELETED, and NEW unauthorized files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2026-06-27T16:03:06Z</dcterms:created>
  <dcterms:modified xsi:type="dcterms:W3CDTF">2026-06-27T16:03:06Z</dcterms:modified>
</cp:coreProperties>
</file>