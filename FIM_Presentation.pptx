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730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9689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-457200"/>
            <a:ext cx="4572000" cy="4572000"/>
          </a:xfrm>
          <a:prstGeom prst="ellipse">
            <a:avLst/>
          </a:prstGeom>
          <a:solidFill>
            <a:srgbClr val="0210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A6EBD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4008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SEMESTER PROJECT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20040" y="987552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File Integrity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Monitor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320040" y="2697480"/>
            <a:ext cx="3200400" cy="50292"/>
          </a:xfrm>
          <a:prstGeom prst="rect">
            <a:avLst/>
          </a:prstGeom>
          <a:solidFill>
            <a:srgbClr val="00C8FF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28346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0D1F3C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834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SHA-256 Hashing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83464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0D1F3C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2834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 + JDBC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3255264"/>
            <a:ext cx="1645920" cy="320040"/>
          </a:xfrm>
          <a:prstGeom prst="roundRect">
            <a:avLst>
              <a:gd name="adj" fmla="val 14286"/>
            </a:avLst>
          </a:prstGeom>
          <a:solidFill>
            <a:srgbClr val="0D1F3C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255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Swing GUI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3255264"/>
            <a:ext cx="2560320" cy="320040"/>
          </a:xfrm>
          <a:prstGeom prst="roundRect">
            <a:avLst>
              <a:gd name="adj" fmla="val 14286"/>
            </a:avLst>
          </a:prstGeom>
          <a:solidFill>
            <a:srgbClr val="0D1F3C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32552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Tampering Detection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809744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  <a:r>
              <a:rPr lang="en-US" sz="10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Zain Rasheed</a:t>
            </a:r>
            <a:r>
              <a:rPr lang="en-US" sz="10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B.Sc. Cybersecurity  |  UET Lahore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9144000" cy="36576"/>
          </a:xfrm>
          <a:prstGeom prst="rect">
            <a:avLst/>
          </a:prstGeom>
          <a:solidFill>
            <a:srgbClr val="0A6EBD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09744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  |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Zain Rasheed 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B.Sc. Cybersecurity  |  UET Lahore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7315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74980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749808"/>
            <a:ext cx="7936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can be secretly modified, deleted, or replaced by malware or hackers — without any alert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225296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1225296"/>
            <a:ext cx="7936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built-in system to detect unauthorized file changes in real time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1700784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" y="1700784"/>
            <a:ext cx="7936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 exists to show what changed, when it changed, and which file was affected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176272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176272"/>
            <a:ext cx="7936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cannot detect insider attacks or malware injection on their file systems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000000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4495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Solution:  Build a Java GUI tool that monitors files using SHA-256 hashing and MySQL — detecting any unauthorized change instantly.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9144000" cy="36576"/>
          </a:xfrm>
          <a:prstGeom prst="rect">
            <a:avLst/>
          </a:prstGeom>
          <a:solidFill>
            <a:srgbClr val="0A6EBD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09744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  |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Zain Rasheed</a:t>
            </a:r>
            <a:r>
              <a:rPr lang="en-US" sz="9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B.Sc. Cybersecurity  |  UET Lahore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7315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685800"/>
            <a:ext cx="4114800" cy="1920240"/>
          </a:xfrm>
          <a:prstGeom prst="roundRect">
            <a:avLst>
              <a:gd name="adj" fmla="val 3333"/>
            </a:avLst>
          </a:prstGeom>
          <a:solidFill>
            <a:srgbClr val="0D1F3C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7498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 — Baseline Scan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Select folder to monitor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499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Scan all files inside 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18470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Generate SHA-256 hash for each file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Save hash + file info to MySQL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1371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A6EBD"/>
                </a:solidFill>
              </a:rPr>
              <a:t>→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5212080" y="685800"/>
            <a:ext cx="3657600" cy="1920240"/>
          </a:xfrm>
          <a:prstGeom prst="roundRect">
            <a:avLst>
              <a:gd name="adj" fmla="val 3333"/>
            </a:avLst>
          </a:prstGeom>
          <a:solidFill>
            <a:srgbClr val="0D1F3C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9240" y="7498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 — Integrity Check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49240" y="115214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Re-scan same folder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49240" y="149961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Generate new hash for each file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9240" y="18470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Compare new hash vs old hash (MySQL)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49240" y="21945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Alert if MODIFIED / DELETED / NEW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743200"/>
            <a:ext cx="201168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79806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1455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content changed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42032" y="2743200"/>
            <a:ext cx="201168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42032" y="279806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42032" y="31455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no longer exists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18304" y="2743200"/>
            <a:ext cx="201168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18304" y="279806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718304" y="31455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file appeared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2743200"/>
            <a:ext cx="201168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94576" y="279806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94576" y="31455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matches — no change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9144000" cy="36576"/>
          </a:xfrm>
          <a:prstGeom prst="rect">
            <a:avLst/>
          </a:prstGeom>
          <a:solidFill>
            <a:srgbClr val="0A6EBD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83696"/>
            <a:ext cx="9144000" cy="34290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09744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  |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Zain Rasheed 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B.Sc. Cybersecurity  |  UET Lahore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7315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Architecture — Java Classes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685800"/>
            <a:ext cx="416052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7772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Main.java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" y="110642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app, tests DB connection, opens MainDashboard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685800"/>
            <a:ext cx="416052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0A6E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37176" y="7772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A6E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DatabaseConnection.java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37176" y="110642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connection to MySQL fim_database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1965960"/>
            <a:ext cx="416052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2057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HashGenerator.java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" y="23865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file bytes → returns 64-char SHA-256 string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1965960"/>
            <a:ext cx="416052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0A6E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2057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A6E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DatabaseManager.java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37176" y="23865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file records into file_records table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195377"/>
            <a:ext cx="416052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" y="327355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ChangeDetector.java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" y="360183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hashes → logs MODIFIED / DELETED / NEW to change_log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32020" y="3171808"/>
            <a:ext cx="4160520" cy="1005840"/>
          </a:xfrm>
          <a:prstGeom prst="roundRect">
            <a:avLst>
              <a:gd name="adj" fmla="val 6364"/>
            </a:avLst>
          </a:prstGeom>
          <a:solidFill>
            <a:srgbClr val="0D1F3C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3460" y="327297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AlertPanel.java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23460" y="3596392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Swing window — shows all alerts from change_log table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616" y="3949306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0D1F3C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2336" y="404255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MainDashboard.java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02336" y="4309915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GUI window — 4 buttons: Select Folder  |  Run Baseline Scan  |  Run Integrity Check  |  View Alert History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9144000" cy="36576"/>
          </a:xfrm>
          <a:prstGeom prst="rect">
            <a:avLst/>
          </a:prstGeom>
          <a:solidFill>
            <a:srgbClr val="0A6EBD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09744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  |  </a:t>
            </a:r>
            <a:r>
              <a:rPr lang="en-US" sz="9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Zain Rasheed</a:t>
            </a:r>
            <a:r>
              <a:rPr lang="en-US" sz="9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B.Sc. Cybersecurity  |  UET Lahore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7315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— MySQL (fim_database)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6858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 1 — file_records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4114800" cy="365760"/>
          </a:xfrm>
          <a:prstGeom prst="rect">
            <a:avLst/>
          </a:prstGeom>
          <a:solidFill>
            <a:srgbClr val="0A1628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0972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83080" y="1097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88036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INCREMENT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1481328"/>
            <a:ext cx="4114800" cy="365760"/>
          </a:xfrm>
          <a:prstGeom prst="rect">
            <a:avLst/>
          </a:prstGeom>
          <a:solidFill>
            <a:srgbClr val="0D1F3C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4813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file_name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783080" y="14813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VARCHAR(255)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80360" y="14813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of file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1865376"/>
            <a:ext cx="4114800" cy="365760"/>
          </a:xfrm>
          <a:prstGeom prst="rect">
            <a:avLst/>
          </a:prstGeom>
          <a:solidFill>
            <a:srgbClr val="0A1628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1865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file_path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783080" y="186537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VARCHAR(500)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80360" y="186537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249424"/>
            <a:ext cx="4114800" cy="365760"/>
          </a:xfrm>
          <a:prstGeom prst="rect">
            <a:avLst/>
          </a:prstGeom>
          <a:solidFill>
            <a:srgbClr val="0D1F3C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2494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783080" y="22494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CHAR(64)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880360" y="22494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fingerprint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2633472"/>
            <a:ext cx="4114800" cy="365760"/>
          </a:xfrm>
          <a:prstGeom prst="rect">
            <a:avLst/>
          </a:prstGeom>
          <a:solidFill>
            <a:srgbClr val="0A1628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26334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file_size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83080" y="263347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BIGINT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880360" y="26334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4114800" cy="365760"/>
          </a:xfrm>
          <a:prstGeom prst="rect">
            <a:avLst/>
          </a:prstGeom>
          <a:solidFill>
            <a:srgbClr val="0D1F3C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3017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last_scanned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783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880360" y="3017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timestamp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5760" y="3401568"/>
            <a:ext cx="4114800" cy="365760"/>
          </a:xfrm>
          <a:prstGeom prst="rect">
            <a:avLst/>
          </a:prstGeom>
          <a:solidFill>
            <a:srgbClr val="0A1628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34015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783080" y="34015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VARCHAR(20)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880360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/ MODIFIED / DELETED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09160" y="6858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 2 — change_log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solidFill>
            <a:srgbClr val="0A1628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1097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035040" y="1097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132320" y="1097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INCREMENT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1481328"/>
            <a:ext cx="4069080" cy="365760"/>
          </a:xfrm>
          <a:prstGeom prst="rect">
            <a:avLst/>
          </a:prstGeom>
          <a:solidFill>
            <a:srgbClr val="0D1F3C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0" y="14813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file_path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035040" y="14813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VARCHAR(500)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132320" y="1481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file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09160" y="1865376"/>
            <a:ext cx="4069080" cy="365760"/>
          </a:xfrm>
          <a:prstGeom prst="rect">
            <a:avLst/>
          </a:prstGeom>
          <a:solidFill>
            <a:srgbClr val="0A1628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54880" y="18653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old_hash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035040" y="186537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CHAR(64)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132320" y="186537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before change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09160" y="2249424"/>
            <a:ext cx="4069080" cy="365760"/>
          </a:xfrm>
          <a:prstGeom prst="rect">
            <a:avLst/>
          </a:prstGeom>
          <a:solidFill>
            <a:srgbClr val="0D1F3C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0" y="22494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new_hash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035040" y="22494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CHAR(64)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132320" y="22494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after change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09160" y="2633472"/>
            <a:ext cx="4069080" cy="365760"/>
          </a:xfrm>
          <a:prstGeom prst="rect">
            <a:avLst/>
          </a:prstGeom>
          <a:solidFill>
            <a:srgbClr val="0A1628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54880" y="263347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change_type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035040" y="263347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VARCHAR(20)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132320" y="26334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MODIFIED/DELETED/NEW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09160" y="3017520"/>
            <a:ext cx="4069080" cy="365760"/>
          </a:xfrm>
          <a:prstGeom prst="rect">
            <a:avLst/>
          </a:prstGeom>
          <a:solidFill>
            <a:srgbClr val="0D1F3C"/>
          </a:solidFill>
          <a:ln w="6350">
            <a:solidFill>
              <a:srgbClr val="3A5A7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changed_at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03504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13232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timestamp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9144000" cy="36576"/>
          </a:xfrm>
          <a:prstGeom prst="rect">
            <a:avLst/>
          </a:prstGeom>
          <a:solidFill>
            <a:srgbClr val="0A6EBD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09744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  |  </a:t>
            </a:r>
            <a:r>
              <a:rPr lang="en-US" sz="9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Zain Rasheed |  </a:t>
            </a:r>
            <a:r>
              <a:rPr lang="en-US" sz="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B.Sc. Cybersecurity  |  UET Lahore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7315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  &amp;  Key Features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731520"/>
            <a:ext cx="4114800" cy="694944"/>
          </a:xfrm>
          <a:prstGeom prst="roundRect">
            <a:avLst>
              <a:gd name="adj" fmla="val 7895"/>
            </a:avLst>
          </a:prstGeom>
          <a:solidFill>
            <a:srgbClr val="0D1F3C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7863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Java JDK 8+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programming language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731520"/>
            <a:ext cx="4114800" cy="694944"/>
          </a:xfrm>
          <a:prstGeom prst="roundRect">
            <a:avLst>
              <a:gd name="adj" fmla="val 7895"/>
            </a:avLst>
          </a:prstGeom>
          <a:solidFill>
            <a:srgbClr val="0D1F3C"/>
          </a:solidFill>
          <a:ln w="12700">
            <a:solidFill>
              <a:srgbClr val="0A6E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7863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A6E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Java Swing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GUI framework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1554480"/>
            <a:ext cx="4114800" cy="694944"/>
          </a:xfrm>
          <a:prstGeom prst="roundRect">
            <a:avLst>
              <a:gd name="adj" fmla="val 7895"/>
            </a:avLst>
          </a:prstGeom>
          <a:solidFill>
            <a:srgbClr val="0D1F3C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609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MySQL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— fim_database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554480"/>
            <a:ext cx="4114800" cy="694944"/>
          </a:xfrm>
          <a:prstGeom prst="roundRect">
            <a:avLst>
              <a:gd name="adj" fmla="val 7895"/>
            </a:avLst>
          </a:prstGeom>
          <a:solidFill>
            <a:srgbClr val="0D1F3C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609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JDBC Connector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to MySQL bridge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377440"/>
            <a:ext cx="4114800" cy="694944"/>
          </a:xfrm>
          <a:prstGeom prst="roundRect">
            <a:avLst>
              <a:gd name="adj" fmla="val 7895"/>
            </a:avLst>
          </a:prstGeom>
          <a:solidFill>
            <a:srgbClr val="0D1F3C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4323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SHA-256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2724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MessageDigest — file fingerprinting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2377440"/>
            <a:ext cx="4114800" cy="694944"/>
          </a:xfrm>
          <a:prstGeom prst="roundRect">
            <a:avLst>
              <a:gd name="adj" fmla="val 7895"/>
            </a:avLst>
          </a:prstGeom>
          <a:solidFill>
            <a:srgbClr val="0D1F3C"/>
          </a:solidFill>
          <a:ln w="12700">
            <a:solidFill>
              <a:srgbClr val="7A9B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4323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IntelliJ IDEA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00600" y="2724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8412480" cy="36576"/>
          </a:xfrm>
          <a:prstGeom prst="rect">
            <a:avLst/>
          </a:prstGeom>
          <a:solidFill>
            <a:srgbClr val="0A6EBD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3832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3794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Folder selection via GUI file chooser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200400" y="3794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SHA-256 baseline saved to MySQL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035040" y="3794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Detects MODIFIED, DELETED, NEW files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5760" y="42336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Full alert history in AlertPanel window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200400" y="42336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Real-time log area shows scan results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35040" y="42336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Buttons disabled until folder is selected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0" y="182880"/>
            <a:ext cx="3657600" cy="3657600"/>
          </a:xfrm>
          <a:prstGeom prst="ellipse">
            <a:avLst/>
          </a:prstGeom>
          <a:solidFill>
            <a:srgbClr val="020D2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F3C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09744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|  </a:t>
            </a:r>
            <a:r>
              <a:rPr lang="en-US" sz="10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Zain Rasheed</a:t>
            </a:r>
            <a:r>
              <a:rPr lang="en-US" sz="1000" b="1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B.Sc. Cybersecurity  |  UET Lahore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0" dirty="0">
                <a:solidFill>
                  <a:srgbClr val="3A5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SUMMARY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File Integrity Monitor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3200400" y="1261872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6075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0D1F3C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4475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2"/>
                </a:solidFill>
              </a:rPr>
              <a:t>🔐</a:t>
            </a:r>
          </a:p>
        </p:txBody>
      </p:sp>
      <p:sp>
        <p:nvSpPr>
          <p:cNvPr id="11" name="Text 9"/>
          <p:cNvSpPr/>
          <p:nvPr/>
        </p:nvSpPr>
        <p:spPr>
          <a:xfrm>
            <a:off x="1097280" y="144475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file tampering using SHA-256 cryptographic hashing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9456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0D1F3C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945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00"/>
                </a:solidFill>
              </a:rPr>
              <a:t>🗄️</a:t>
            </a:r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baseline and alerts permanently in MySQL database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0D1F3C"/>
          </a:solidFill>
          <a:ln w="12700">
            <a:solidFill>
              <a:srgbClr val="0A6E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443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3"/>
                </a:solidFill>
              </a:rPr>
              <a:t>🖥️</a:t>
            </a:r>
          </a:p>
        </p:txBody>
      </p:sp>
      <p:sp>
        <p:nvSpPr>
          <p:cNvPr id="17" name="Text 15"/>
          <p:cNvSpPr/>
          <p:nvPr/>
        </p:nvSpPr>
        <p:spPr>
          <a:xfrm>
            <a:off x="1097280" y="294436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GUI built with Java Swing — no command line needed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694176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0D1F3C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6941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0000"/>
                </a:solidFill>
              </a:rPr>
              <a:t>⚠️</a:t>
            </a:r>
          </a:p>
        </p:txBody>
      </p:sp>
      <p:sp>
        <p:nvSpPr>
          <p:cNvPr id="20" name="Text 18"/>
          <p:cNvSpPr/>
          <p:nvPr/>
        </p:nvSpPr>
        <p:spPr>
          <a:xfrm>
            <a:off x="1097280" y="3694176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on MODIFIED, DELETED, and NEW unauthorized files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595</Words>
  <Application>Microsoft Office PowerPoint</Application>
  <PresentationFormat>On-screen Show (16:9)</PresentationFormat>
  <Paragraphs>138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Muhammad.Zain</cp:lastModifiedBy>
  <cp:revision>15</cp:revision>
  <dcterms:created xsi:type="dcterms:W3CDTF">2026-06-27T16:03:06Z</dcterms:created>
  <dcterms:modified xsi:type="dcterms:W3CDTF">2026-06-29T07:14:40Z</dcterms:modified>
</cp:coreProperties>
</file>